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NewPOPSys v3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Multi-Tenant Platform Strategy &amp; Alignment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We’re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 from single-tenant, aging tools to a shared, modern platform.</a:t>
            </a:r>
          </a:p>
          <a:p>
            <a:r>
              <a:t>Align Visual Graphx &amp; AlphaGraphics on platform vision and JV structure.</a:t>
            </a:r>
          </a:p>
          <a:p>
            <a:r>
              <a:t>Protect everyone’s interests while giving the dev team a winnable MVP.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Broken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UX is heavy and not mobile-first.</a:t>
            </a:r>
          </a:p>
          <a:p>
            <a:r>
              <a:t>Regional/brand visibility is fragmented.</a:t>
            </a:r>
          </a:p>
          <a:p>
            <a:r>
              <a:t>Reorders, photos, and tracking require too many steps.</a:t>
            </a:r>
          </a:p>
          <a:p>
            <a:r>
              <a:t>Each PSP is reinventing similar infrastructure on their 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Vision: NewPOPSys v3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platform, many PSP tenants with strict isolation.</a:t>
            </a:r>
          </a:p>
          <a:p>
            <a:r>
              <a:t>Brands retain visibility and continuity across PSP relationships.</a:t>
            </a:r>
          </a:p>
          <a:p>
            <a:r>
              <a:t>Store managers get fast, simple workflows on mobile.</a:t>
            </a:r>
          </a:p>
          <a:p>
            <a:r>
              <a:t>NewCo becomes a true PlatformCo, not just a shared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Personas &amp; MVP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admin, PSP ops, brands, regional managers, store managers.</a:t>
            </a:r>
          </a:p>
          <a:p>
            <a:r>
              <a:t>MVP prioritizes store manager execution and brand/regional visibility.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JV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NewCo is envisioned as a joint venture between Visual Graphx and AlphaGraphics.</a:t>
            </a:r>
          </a:p>
          <a:p>
            <a:r>
              <a:t>Soft idea: co-build MVP and then optionally fork.</a:t>
            </a:r>
          </a:p>
          <a:p>
            <a:r>
              <a:t>Without structure, this is a legal and strategic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JV Forking &amp; IP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owns the code and core IP?</a:t>
            </a:r>
          </a:p>
          <a:p>
            <a:r>
              <a:t>Can either partner SaaS their own variant, and under what conditions?</a:t>
            </a:r>
          </a:p>
          <a:p>
            <a:r>
              <a:t>How do we avoid "competing with me using joint IP" disputes?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PlatformCo / no forks.</a:t>
            </a:r>
          </a:p>
          <a:p>
            <a:r>
              <a:t>PlatformCo with explicit, licensed fork rights.</a:t>
            </a:r>
          </a:p>
          <a:p>
            <a:r>
              <a:t>Time-boxed JV with a clear decision gate after MVP + initial releases.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brand vs. PSP vs. platform data ownership.</a:t>
            </a:r>
          </a:p>
          <a:p>
            <a:r>
              <a:t>Clarify controller/processor roles for privacy compliance.</a:t>
            </a:r>
          </a:p>
          <a:p>
            <a:r>
              <a:t>Establish governance model for roadmap and architecture decisions.</a:t>
            </a:r>
          </a:p>
          <a:p>
            <a:r>
              <a:t>Clear rules build trust and reduce friction.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MVP: What v1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store onboarding for kit assignments.</a:t>
            </a:r>
          </a:p>
          <a:p>
            <a:r>
              <a:t>View kits, confirm receipt, mark installed, report issues.</a:t>
            </a:r>
          </a:p>
          <a:p>
            <a:r>
              <a:t>Basic rollout visibility for brands and PSPs (completion rates, lagging stores).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MVP: What v1 Does 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complex marketplace or third-party module ecosystem.</a:t>
            </a:r>
          </a:p>
          <a:p>
            <a:r>
              <a:t>No deep advanced analytics or heavy configuration.</a:t>
            </a:r>
          </a:p>
          <a:p>
            <a:r>
              <a:t>No attempt to satisfy every persona in v1.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Multi-tenant architecture with strong isolation.</a:t>
            </a:r>
          </a:p>
          <a:p>
            <a:r>
              <a:t>Modern, API-first stack with mobile-friendly front end.</a:t>
            </a:r>
          </a:p>
          <a:p>
            <a:r>
              <a:t>Managed cloud infrastructure with CI/CD and tenant-aware monitoring.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If We Don’t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JV ambiguity leads to IP and competition disputes.</a:t>
            </a:r>
          </a:p>
          <a:p>
            <a:r>
              <a:t>MVP sprawl slows delivery and frustrates the dev team.</a:t>
            </a:r>
          </a:p>
          <a:p>
            <a:r>
              <a:t>Weak data rules erode trust from PSPs and brands.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Required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JV/IP model for NewCo.</a:t>
            </a:r>
          </a:p>
          <a:p>
            <a:r>
              <a:t>Align on data ownership and portability principles.</a:t>
            </a:r>
          </a:p>
          <a:p>
            <a:r>
              <a:t>Appoint a single MVP Product Owner.</a:t>
            </a:r>
          </a:p>
          <a:p>
            <a:r>
              <a:t>Approve MVP scope and Not-Now list.</a:t>
            </a:r>
          </a:p>
          <a:p>
            <a:r>
              <a:t>Endorse overall technical strategy direction.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Legal drafts JV and data agreements based on decisions.</a:t>
            </a:r>
          </a:p>
          <a:p>
            <a:r>
              <a:t>Product Owner finalizes MVP backlog.</a:t>
            </a:r>
          </a:p>
          <a:p>
            <a:r>
              <a:t>Dev team validates architecture and estimates.</a:t>
            </a:r>
          </a:p>
          <a:p>
            <a:r>
              <a:t>Prepare pilot plan with named brand and store cohort.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