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NewPOPSys Platform 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PSP-Led v1 → Brand-Scalable SaaS (When Ready)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NewPOPSys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PSPs struggle with chaotic campaign intake and execution</a:t>
            </a:r>
          </a:p>
          <a:p>
            <a:r>
              <a:t>Brands struggle to roll out campaigns consistently</a:t>
            </a:r>
          </a:p>
          <a:p>
            <a:r>
              <a:t>Stores struggle with heavy, unclear workflows</a:t>
            </a:r>
          </a:p>
          <a:p>
            <a:r>
              <a:t>NewPOPSys aligns all three around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v1: PSP-Led Platform (Now)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PSPs are the customer and platform owner</a:t>
            </a:r>
          </a:p>
          <a:p>
            <a:r>
              <a:t>PSPs onboard brands and configure programs</a:t>
            </a:r>
          </a:p>
          <a:p>
            <a:r>
              <a:t>Brands manage campaigns inside PSP environments</a:t>
            </a:r>
          </a:p>
          <a:p>
            <a:r>
              <a:t>Focus: execution clarity and fulfillment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v1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Campaign-centric workflows</a:t>
            </a:r>
          </a:p>
          <a:p>
            <a:r>
              <a:t>Clean order intake for PSPs</a:t>
            </a:r>
          </a:p>
          <a:p>
            <a:r>
              <a:t>Simple store execution</a:t>
            </a:r>
          </a:p>
          <a:p>
            <a:r>
              <a:t>Real-time visibility for brands and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Brand-Led SaaS 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Brands need real execution to trust the system</a:t>
            </a:r>
          </a:p>
          <a:p>
            <a:r>
              <a:t>PSPs control fulfillment and adoption</a:t>
            </a:r>
          </a:p>
          <a:p>
            <a:r>
              <a:t>Premature SaaS kills PSP buy-in</a:t>
            </a:r>
          </a:p>
          <a:p>
            <a:r>
              <a:t>v1 prioritizes reality over 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Designed for Evolution (Not Promise)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Brands treated as first-class entities</a:t>
            </a:r>
          </a:p>
          <a:p>
            <a:r>
              <a:t>No hard coupling to single PSP forever</a:t>
            </a:r>
          </a:p>
          <a:p>
            <a:r>
              <a:t>Clean data and campaign models</a:t>
            </a:r>
          </a:p>
          <a:p>
            <a:r>
              <a:t>APIs ready for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State: Brand-Scalable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Brands span multiple PSPs</a:t>
            </a:r>
          </a:p>
          <a:p>
            <a:r>
              <a:t>PSPs compete on execution quality</a:t>
            </a:r>
          </a:p>
          <a:p>
            <a:r>
              <a:t>Platform becomes neutral infrastructure</a:t>
            </a:r>
          </a:p>
          <a:p>
            <a:r>
              <a:t>SaaS monetization unlocks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Sequencing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PSPs adopt early without fear</a:t>
            </a:r>
          </a:p>
          <a:p>
            <a:r>
              <a:t>Brands gain long-term leverage</a:t>
            </a:r>
          </a:p>
          <a:p>
            <a:r>
              <a:t>Platform captures both sides</a:t>
            </a:r>
          </a:p>
          <a:p>
            <a:r>
              <a:t>No re-architecture required later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Locked vs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Locked: v1 scope, PSP-led model, delivery targets</a:t>
            </a:r>
          </a:p>
          <a:p>
            <a:r>
              <a:t>Optional: SaaS pivot timing, pricing models</a:t>
            </a:r>
          </a:p>
          <a:p>
            <a:r>
              <a:t>Nothing in v1 blocks future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v1 wins PSPs</a:t>
            </a:r>
          </a:p>
          <a:p>
            <a:r>
              <a:t>v2+ unlocks brands</a:t>
            </a:r>
          </a:p>
          <a:p>
            <a:r>
              <a:t>Platform becomes infrastructure, not just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